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達拉斯的根與家庭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在達拉斯出生長大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三兄弟中排行老二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父母穩定、勤勞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家庭基礎很扎實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我是德州達拉斯人。我的家庭很普通——沒什麼特別的，就是一個正常、穩定的家，有兩個兄弟。我排行老二。我爸媽現在都過世了，但我們小時候，他們真的很努力工作，給我們打下很好的基礎。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媽媽的價值觀與教育理念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媽媽灌輸正確的價值觀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強調做對的事、善待他人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她的職涯讓她體會教育的重要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教育＝避免被「框住」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262336"/>
            <a:ext cx="4846290" cy="1228427"/>
          </a:xfrm>
          <a:prstGeom prst="roundRect">
            <a:avLst>
              <a:gd name="adj" fmla="val 4962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262336"/>
            <a:ext cx="0" cy="1228427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433786"/>
            <a:ext cx="4535165" cy="88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媽在我們小時候是全職媽媽，她非常注重我們的品格——不惹麻煩、做對的事、好好對待別人。她也很重視教育。結婚前她當過醫檢師，她那時候發現一件事：她做的工作跟護理師差不多，但薪水大概只有一半。她體會到，不管你喜不喜歡，這個世界就是會獎勵高學歷的人，如果你沒有學位，就會被框住。所以她督促我們三兄弟都要念完書、上大學、拿到學位。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三兄弟，三個碩士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三兄弟都拿到碩士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我有兩個研究所學位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全家都在科技業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都念德州大學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527995"/>
            <a:ext cx="4846290" cy="697111"/>
          </a:xfrm>
          <a:prstGeom prst="roundRect">
            <a:avLst>
              <a:gd name="adj" fmla="val 8745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527995"/>
            <a:ext cx="0" cy="697111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99445"/>
            <a:ext cx="45351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我們真的都做到了——三兄弟都有碩士學位。我拿了兩個：工程碩士和MBA。我們三個後來都進了科技業，大學都念德州大學工程系。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我爸與家庭晚餐時光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爸爸重視陪伴和關係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每天一起吃晚餐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溫馨、輕鬆的聊天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全家感情很好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爸呢，他最重視的是陪伴我們。他工作很忙，但總是會抽出時間，尤其是週末，而且我們每天都會全家一起吃晚餐。這是我最美好的回憶之一。晚餐時間我們會聊今天發生什麼事、學校的趣事、練習時發生什麼瘋狂的事。就是很溫暖、很放鬆的相處時光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從體操到游泳的轉折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小時候學體操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在夏令營看到很多傷患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爸爸重新評估這項運動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轉去學游泳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爸也鼓勵我們參加運動。小時候我們先學體操，學了一陣子，後來去參加一個體操夏令營。那個營隊是職業和大學體操選手辦的——結果每一個人身上都有傷。我是說，很嚴重的傷。看完之後，我爸就說：「好吧，這運動長期來看可能不太理想。」所以我們就離開體操，改學游泳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游泳、訓練與晚餐時光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5272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68607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游泳變成生活重心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10130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23465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一天練兩次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4988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78323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爸爸喜歡聽我們的進步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19846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33181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沒有壓力——只有支持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747046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880396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晚餐時間成了最愛的家庭時光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泳變成我們生活很重要的一部分。長大之後，我們一天練兩次——早上上學前游一次，下午晚餐前再游一次。這讓晚餐時間更有趣，因為我爸總是想聽練習怎麼樣。他從不給我們壓力，從不逼我們贏——他就是真心喜歡聽我們在做什麼、有什麼進步。那些對話是我成長過程中最美好的回憶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比賽、第三名策略與漢堡王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55272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68607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爸爸真的很愛看游泳比賽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10130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23465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我的目標一直是第三名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64988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278323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爸爸幫我想策略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19846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33181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很棒的父子時光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1000" y="3747046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3880396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賽後獎勵：漢堡王華堡＋奶昔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16710" y="2262336"/>
            <a:ext cx="4846290" cy="1228427"/>
          </a:xfrm>
          <a:prstGeom prst="roundRect">
            <a:avLst>
              <a:gd name="adj" fmla="val 4962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945285" y="2262336"/>
            <a:ext cx="0" cy="1228427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5310" y="2433786"/>
            <a:ext cx="4535165" cy="88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趣的是，我爸真的超愛看游泳比賽。對我來說，我的目標不是第一名或第二名，我只在乎第三名，因為我們俱樂部有超級厲害的選手，後來還拿了奧運金牌。贏他們基本上不可能。所以第三名就是我的「金牌」。我爸把這件事變得很好玩。比賽前，他會看秩序冊然後說：「這個人你最有機會贏。」這就像是我們父子倆的小戰略會議。每次比賽後，我們都選漢堡王，能吃華堡配香草奶昔——感覺就是最棒的獎勵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高中與青少年全國賽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游泳變得很認真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三兄弟都進入青少年全國賽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全國前24名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重大里程碑與榮譽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高中之後，游泳變成我們生活中很重要的一部分。我們三兄弟都進了青少年全國賽，就是18歲以下游泳選手的全國錦標賽。要進去必須是全國該年齡層最快的24名選手之一，在游泳圈這是很大的事，能參加真的很光榮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與奧運選手一起訓練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和頂尖選手一起練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兩個隊友後來成為奧運冠軍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當時不知道他們會這麼厲害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回想起來很不可思議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高中的時候，我剛好跟兩個後來拿奧運金牌的人一起訓練。當然，那時候沒人知道——我們就是三個青少年每天在同一條水道裡游來游去。但回頭看，能跟未來的奧運冠軍一起訓練，真的很不可思議。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10. 大學游泳 vs 工程系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爸爸研究過工程系＋游泳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訓練量對工程系學生太重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務實評估游泳潛力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平靜地離開競技游泳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要上大學的時候，情況有了變化。我爸做了一些研究，發現大學游泳選手，尤其是競爭型的校隊，一天要練大約五個小時。他說：「如果你要念工程系，哪來的五個小時？」說實話，我不介意。我愛游泳，但我也看得出我跟那些要參加成人全國賽的人之間的差距。他們的天賦和潛力是不同等級的。所以那時候離開競技游泳，我完全可以接受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 德州大學 → 加州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在德州大學念工程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畢業後搬到加州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在高科技業工作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在洛杉磯拿到碩士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我去了德州大學，在那裡過得很開心。畢業後，我到加州工作，同時在那邊念碩士——還是在高科技業。我在洛杉磯住了一陣子，很喜歡那裡；那是我人生中很有趣的一段時光。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 MBA＋CPA 與職涯轉型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進修商業和會計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拿到MBA和CPA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工程＋會計的稀有組合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塑造了未來的職涯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後來，我決定深入商業領域，所以我拿了MBA，也考上了CPA。這個組合——工程加會計——很少見，最後它塑造了我的職涯。我後來開了自己的科技顧問公司，專門設計和導入ERP系統——企業資源規劃系統。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 一人當兩人用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通常需要兩個顧問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我同時處理商業和技術面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專案更快、溝通更清楚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客戶受惠於這種整合能力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在這類專案裡，公司會請兩個人搭配：一個商業顧問和一個技術顧問。我兩邊都能做，所以他們等於買一送一，但其實我還是收雙倍的價錢！不過對客戶的好處是時間和品質。什麼都不會在溝通中流失，而且專案速度快一倍。而且當我在寫程式的時候，我能看到業務人員需要但說不出來的東西，我可以主動提出解決方案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14. 探索亞洲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去過中國、韓國、日本、台灣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找一個海外居住的地方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台灣感覺出乎意料地自然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文化衝擊很小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經營公司幾年後，我決定想去海外生活看看。我做了很多研究，也到處旅行——我去了中國、韓國、日本，最後來到台灣。在所有這些地方裡，台灣是我感覺最舒服的。對我來說幾乎沒有文化衝擊。跟美國比起來，我意外地感覺很自在，這在中國、日本或韓國都不是這樣。台灣就是感覺很輕鬆、很自然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15. 為什麼台灣適合我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有清楚的永久居留途徑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穩定的長期環境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其他國家限制較多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台灣提供生活方式＋未來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一個重要因素是居留。在台灣，有一條清楚的永久居留途徑，我覺得這很重要。我不想一直辦簽證或住在一個沒有長期選項的地方。中國不提供永久居留。韓國非常困難。日本技術上可以，但也很難。台灣是唯一一個既有好的生活方式，又有實際可行的長期居留途徑的地方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 在台北的十年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在師大學中文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拿到學位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教英文（托福和成人）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因為線上化趨勢，不穩定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一開始住在台北大約十年。我在師大學中文，也拿到學位。那段時間，我也當過英文老師。這比看起來難多了。我教過高中生、大學生和年輕的成人。但即使在疫情之前，實體教學的需求就已經在萎縮了，因為很多都轉到線上。我意識到這不是一個穩定的長期方向，尤其是我需要在台灣工作滿五年才能申請居留。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17. 開投資公司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需要五年台灣工作經歷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全職教書一年半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開投資公司三年半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達到居留要求後關掉公司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所以我在這裡開了公司——一家投資公司——經營了大約三年半。在那之前，我全職教書一年半。這樣加起來就有五年的工作經驗了。後來我不需要這家公司了，就把它關了。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 搬到台南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生活成本較低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房價負擔得起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買了房子並翻修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生活步調更輕鬆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之後，我決定搬到台南。這裡的生活輕鬆很多，生活成本明顯比較低。最大的原因之一是房子——在台北買房不太實際，但在台南可以。我很喜歡住在這裡。我買了這間房子，按照我想要的方式翻修。還有一些小地方要修，但大工程都完成了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19. 翻修的教訓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認識了台灣的工程文化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必須緊盯工人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避免偷工減料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有些地方做了兩次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5E6D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這個過程中我學到很多。在台灣，如果你不緊盯工人，他們就會偷工減料，然後你還要再請別人來修。所以有些地方我做了兩次，但現在我對整個流程了解多了。不容易，但這是很好的學習經驗，我對最後的成果很滿意。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 童年的信仰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從小上主日學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正面的教會環境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大約10歲接受耶穌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信仰感覺很自然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們可能對我的信仰經歷有興趣，那我就來分享一下。我小時候全家都上主日學。我們三兄弟都去，我其實很喜歡。我們有個好教會、好老師，環境很正面。我很小就接受耶穌為救主——大概十歲左右——大約是小學高年級或國中初期。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673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 「為什麼不是每個人都相信？」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小時候信仰感覺理所當然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耶穌的愛感覺很自然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震驚於別人不相信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大開眼界的領悟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439442"/>
            <a:ext cx="4846290" cy="874216"/>
          </a:xfrm>
          <a:prstGeom prst="roundRect">
            <a:avLst>
              <a:gd name="adj" fmla="val 6973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439442"/>
            <a:ext cx="0" cy="874216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610892"/>
            <a:ext cx="453516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我來說，這完全是自然而然的。我一點都沒有掙扎。對我來說很明顯，耶穌愛我們、聖經是真的、跟隨祂是對的。我真的不懂為什麼不是每個人都這樣想。對我來說太清楚了：為什麼不是每個人都想當基督徒？為什麼不是每個人都愛耶穌？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 長大後看到不同的信仰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學校越大、越多元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發現很多人不是基督徒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困惑又驚訝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高中、大學仍保持信仰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後來，小學畢業後到了更大的學校——學生更多、年紀更大——我開始注意到一件讓我驚訝的事。很多人根本不是基督徒。這真的讓我很震驚。我會想：「為什麼？為什麼你不愛耶穌？」這是一個大開眼界的時刻。整個高中我都有去教會。上大學之後還是有去，但大概只有一半的時間。但後來我搬回達拉斯時，找到一間我真的很喜歡的教會。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 改變我對聖經看法的牧師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牧師講話很自然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接地氣的教導風格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聖經變得平易近人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體會到聖經是給每個人的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很喜歡那間教會，因為那個牧師就是個普通人。他不是那種用「講道腔」的牧師。他講話的語氣很自然，就像在星巴克邊喝咖啡邊跟你一對一聊天一樣。而且他說：「你不用等我——你可以自己讀聖經。聖經是寫給普通人看得懂的。」這句話讓我很震撼，讓我意識到，你其實可以自己讀、自己弄懂。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 傳福音訓練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參加12週的訓練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學習分享福音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訓練＋實際外出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需要兩個禱告夥伴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來，在同一間教會，我參加了一個傳福音訓練的課程。課程很長——大概十二週——好像每週聚會兩次。第一次聚會是兩三個小時的訓練。然後那週晚些時候，我們會實際出去跟人談話，但不是馬上開始。大概要到第六週才開始。他們確保我們訓練充足才讓我們出去。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 聖靈帶領我找父母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需要兩個禱告夥伴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有很多朋友可以找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聖靈強烈催促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猶豫但順服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那個傳福音訓練課程裡，結果成為我經歷過最有意義的事之一。其中一個要求是每個人需要兩個禱告夥伴。我在教會有很多朋友可以找——這部分應該很簡單。但聖靈一直不放過我。祂不斷在我心裡催促，很強烈地，要我找我爸媽當禱告夥伴。我不想這麼做。感覺很尷尬、很奇怪。但聖靈就一直推，最後我說：「好吧——我去。」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 爸媽答應加入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爸爸起初猶豫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媽媽比較開放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開始每週查經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用我已經很熟的小冊子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問了他們。讓我意外的是，我爸沒有馬上說好。他說：「讓我想一想。」反而是我媽比較開放。她說：「我們為什麼不試試？說不定會學到什麼。」她說完之後，我爸也同意了。所以我們開始聚會。我們一起讀經，我帶討論，最後一起禱告。意外的是，我媽比我爸更願意開口禱告。我爸會默禱，我跟他說這樣也可以。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 發現爸爸不再相信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爸爸已經離開信仰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有自己的想法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媽媽不確定，在中間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重要的屬靈對話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沒多久我就發現一件我完全沒想到的事：我爸不再相信聖經了。我超級震驚。我一直以為他還是相信的。當我問他的時候，他說他有自己的想法和理論。我媽比較中間。她從小是天主教徒，有很紮實的訓練，但她不確定現在該相信什麼。我爸絕對不相信福音——他不相信救恩必須透過耶穌。我媽不確定——但她在思考。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 「承擔代價」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罪有代價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一定要有人承擔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「承擔」是關係性的用詞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用羽球社的例子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262336"/>
            <a:ext cx="4846290" cy="1228427"/>
          </a:xfrm>
          <a:prstGeom prst="roundRect">
            <a:avLst>
              <a:gd name="adj" fmla="val 496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262336"/>
            <a:ext cx="0" cy="1228427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433786"/>
            <a:ext cx="4535165" cy="88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一件事幫助了她，就是罪有代價，而且一定要有人承擔這個代價。她說這講得通。帳不平就是不平，除非有人付清。我其實比較喜歡說「承擔代價」而不是「付出代價」。「付出代價」聽起來很冷——太像會計用語。「承擔代價」聽起來比較有關係性。就像我的羽球社——當羽毛球漲價的時候，我不會說「我付了這個代價」。我會說「我承擔了這個代價」——出於選擇、體貼和善意。這就是耶穌為我們做的事。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29. 救恩的問題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查經手冊引到關鍵問題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「你信靠耶穌為救主嗎？」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爸爸說不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媽媽意外地說是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們最後讀到查經手冊裡問這個問題的地方：「你是否已經到了一個地步，信靠耶穌為你的救主？」我知道我爸不會。但我不確定我媽會怎樣。然後，在我還沒說什麼之前，我媽開口說：「我想這麼做。」我嚇了一跳。我有點緊張，因為我想確保我帶領得正確。但我們一起禱告了，她接受了基督。但故事還沒結束。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 媽媽的病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接受基督後兩年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得了重病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一個月內過世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非常創傷的時期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奇妙的是，我媽接受基督沒多久就到了生命的盡頭。幾乎難以置信，但大約在她做了那個禱告的兩年後，她病得很重。她進出醫院，然後在病重後大約一個月內，她就過世了。那是很創傷的時期。我記得我爸打電話給我說：「你要來醫院。你媽走了。」他整個人崩潰了。我到的時候，護士說：「你媽媽在這間房間裡。你想待多久都可以。」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 獨自在病房裡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獨自進入房間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開始禱告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意外的遭遇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一個聲音充滿全身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進了房間。只有我和我媽的遺體躺在那張床上。我開始禱告。然後發生了一件我這輩子永遠不會忘記的事。我聽到一個聲音。不是透過空氣傳來的聲音——而是像從頭到腳充滿我全身的東西。一種穿透我整個身體的同在。而且比我聽過的任何東西都更清楚，比任何喇叭或音響系統都更清楚。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6731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 「為什麼在死人中找活人呢？」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聽到清楚的內在聲音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訊息重複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「她已經復活了」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「她的工作在這裡已經完成」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個聲音說：「為什麼在死人中找活人呢？」我看著我媽的遺體，試著理解。那個聲音又重複：「為什麼在死人中找活人呢？她已經復活了。她已經復活，正如耶穌應許的。」我整個人呆住了。這無可否認是真實的。我身體感覺得到。我內心聽到了。我知道這不是我的想像。然後那個聲音說：「她的工作在這裡已經完成了。她已經復活了。」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 連結到路加福音24章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立刻想起路加福音24:5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跟天使說的話一樣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這節經文變得深刻個人化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後來跟家人分享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262336"/>
            <a:ext cx="4846290" cy="1228427"/>
          </a:xfrm>
          <a:prstGeom prst="roundRect">
            <a:avLst>
              <a:gd name="adj" fmla="val 4962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262336"/>
            <a:ext cx="0" cy="1228427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433786"/>
            <a:ext cx="4535165" cy="885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當我在醫院聽到那個聲音——「為什麼在死人中找活人呢？」——我立刻想起一段從小就知道的經文。在路加福音24:5的復活節故事裡，當那些婦女來到耶穌的墳墓，天使說：「為什麼在死人中找活人呢？祂不在這裡，已經復活了。」我從小聽過這節經文無數次，但當這些話跟我媽的離世連結起來，這節經文對我來說變得比以前更美麗、更有意義。後來，我跟我爸和兄弟們分享了發生的事。但對我來說，這絕對是真實的。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34. 帶著盼望哀傷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81000" y="1827014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960364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經歷平安而非絕望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81000" y="237559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250894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確信她在基督裡活著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1000" y="292417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14350" y="305752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信仰的個人確認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1000" y="3472755"/>
            <a:ext cx="3230910" cy="453330"/>
          </a:xfrm>
          <a:prstGeom prst="roundRect">
            <a:avLst>
              <a:gd name="adj" fmla="val 13447"/>
            </a:avLst>
          </a:prstGeom>
          <a:solidFill>
            <a:srgbClr val="C9A22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3606105"/>
            <a:ext cx="302349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我關於神真實的故事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16710" y="2350889"/>
            <a:ext cx="4846290" cy="1051322"/>
          </a:xfrm>
          <a:prstGeom prst="roundRect">
            <a:avLst>
              <a:gd name="adj" fmla="val 5798"/>
            </a:avLst>
          </a:prstGeom>
          <a:solidFill>
            <a:srgbClr val="FFFFFF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945285" y="2350889"/>
            <a:ext cx="0" cy="1051322"/>
          </a:xfrm>
          <a:prstGeom prst="line">
            <a:avLst/>
          </a:prstGeom>
          <a:noFill/>
          <a:ln w="571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45310" y="2522339"/>
            <a:ext cx="4535165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整個喪禮和哀傷的過程中，我發現一件事：我哀傷的方式不一樣。我沒有被壓垮，反而為我媽感到喜樂。平安。釋放。確信她活著——真正地活著——在基督裡。相信耶穌有各種理由——理性的、情感的、歷史的。但也有神給我們的真實經歷。這就是我的。無可否認。它確認了聖經所教導關於生命、死亡和復活的一切。這就是我的故事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我的見證 - 教會分享</dc:title>
  <dc:subject>個人信仰見證</dc:subject>
  <dc:creator>浩洋</dc:creator>
  <cp:lastModifiedBy>浩洋</cp:lastModifiedBy>
  <cp:revision>1</cp:revision>
  <dcterms:created xsi:type="dcterms:W3CDTF">2025-11-28T12:41:24Z</dcterms:created>
  <dcterms:modified xsi:type="dcterms:W3CDTF">2025-11-28T12:41:24Z</dcterms:modified>
</cp:coreProperties>
</file>